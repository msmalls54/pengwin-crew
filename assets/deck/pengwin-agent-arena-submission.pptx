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c56a639e49415a" /><Relationship Type="http://schemas.openxmlformats.org/officeDocument/2006/relationships/extended-properties" Target="/docProps/app.xml" Id="R9ba9e15a996d47b1" /><Relationship Type="http://schemas.openxmlformats.org/officeDocument/2006/relationships/officeDocument" Target="/ppt/presentation.xml" Id="Rdfebcc688fb942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14d1d72cdc4db9"/>
  </p:sldMasterIdLst>
  <p:notesMasterIdLst>
    <p:notesMasterId xmlns:r="http://schemas.openxmlformats.org/officeDocument/2006/relationships" r:id="Re57161d2596740a1"/>
  </p:notesMasterIdLst>
  <p:sldIdLst>
    <p:sldId xmlns:r="http://schemas.openxmlformats.org/officeDocument/2006/relationships" id="256" r:id="R27e020ad42584af9"/>
    <p:sldId xmlns:r="http://schemas.openxmlformats.org/officeDocument/2006/relationships" id="257" r:id="R29c4ba5718dc4a2f"/>
    <p:sldId xmlns:r="http://schemas.openxmlformats.org/officeDocument/2006/relationships" id="258" r:id="Ra72ac14c85f241df"/>
    <p:sldId xmlns:r="http://schemas.openxmlformats.org/officeDocument/2006/relationships" id="259" r:id="Reca9889c44ac428a"/>
    <p:sldId xmlns:r="http://schemas.openxmlformats.org/officeDocument/2006/relationships" id="260" r:id="Rb286375701fa472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028f44538748f7" /><Relationship Type="http://schemas.openxmlformats.org/officeDocument/2006/relationships/slideMaster" Target="/ppt/slideMasters/slideMaster1.xml" Id="R6214d1d72cdc4db9" /><Relationship Type="http://schemas.openxmlformats.org/officeDocument/2006/relationships/notesMaster" Target="/ppt/notesMasters/notesMaster1.xml" Id="Re57161d2596740a1" /><Relationship Type="http://schemas.openxmlformats.org/officeDocument/2006/relationships/presProps" Target="/ppt/presProps.xml" Id="R4d14ce36dec34f4f" /><Relationship Type="http://schemas.openxmlformats.org/officeDocument/2006/relationships/tableStyles" Target="/ppt/tableStyles.xml" Id="Rce0dfae4b14940bf" /><Relationship Type="http://schemas.openxmlformats.org/officeDocument/2006/relationships/slide" Target="/ppt/slides/slide1.xml" Id="R27e020ad42584af9" /><Relationship Type="http://schemas.openxmlformats.org/officeDocument/2006/relationships/slide" Target="/ppt/slides/slide2.xml" Id="R29c4ba5718dc4a2f" /><Relationship Type="http://schemas.openxmlformats.org/officeDocument/2006/relationships/slide" Target="/ppt/slides/slide3.xml" Id="Ra72ac14c85f241df" /><Relationship Type="http://schemas.openxmlformats.org/officeDocument/2006/relationships/slide" Target="/ppt/slides/slide4.xml" Id="Reca9889c44ac428a" /><Relationship Type="http://schemas.openxmlformats.org/officeDocument/2006/relationships/slide" Target="/ppt/slides/slide5.xml" Id="Rb286375701fa47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5521a0c7894d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0e59df772a4e1f" /><Relationship Type="http://schemas.openxmlformats.org/officeDocument/2006/relationships/notesMaster" Target="/ppt/notesMasters/notesMaster1.xml" Id="R4cfcd7d5000940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8fb1fe65d74318" /><Relationship Type="http://schemas.openxmlformats.org/officeDocument/2006/relationships/notesMaster" Target="/ppt/notesMasters/notesMaster1.xml" Id="Rfbd4cd78e03b49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77b463eb174782" /><Relationship Type="http://schemas.openxmlformats.org/officeDocument/2006/relationships/notesMaster" Target="/ppt/notesMasters/notesMaster1.xml" Id="R3bb4acf157d14a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462e2d71fa41da" /><Relationship Type="http://schemas.openxmlformats.org/officeDocument/2006/relationships/notesMaster" Target="/ppt/notesMasters/notesMaster1.xml" Id="Rf38f14590b1a41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74bad39ae147d4" /><Relationship Type="http://schemas.openxmlformats.org/officeDocument/2006/relationships/notesMaster" Target="/ppt/notesMasters/notesMaster1.xml" Id="Rf59b4cb2e65f4d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repository: https://github.com/msmalls54/pengwin-crew</a:t>
            </a:r>
          </a:p>
          <a:p xmlns:a="http://schemas.openxmlformats.org/drawingml/2006/main">
            <a:r>
              <a:t>Challenge 1 brief supplied by user: https://docs.google.com/document/d/1cca0kJZSraBDNfE_gFCRovpgRnlD2m613WLebd2ApN4/edit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September 27 receipts from the root implementation agent: a real Vultr inference test proposed a typed Salesforce Park project for about a month away, 30 bottles and local AI founders. Missing time, capacity, artwork and delivery destination remain explicit. At 07:53 UTC a live automated bot-labelled Slack project sourced 30 bottles at a product-only estimate of $607.50–$702.30; after worker restart, a same-thread 07:58 UTC amendment changed to 24 bottles at $486.00–$561.84, with the same project ID. All four role jobs completed both times. Buyer checkout_status is NOT_READY because a store token, artwork, chosen variant, shipping and tax are missing. No checkout, payment, booking or invitation send.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root agent's September 27 live public lab receipts: a successful calculation returned 42, a timeout exited 124 after the ten-second containment limit, a subsequent calculation returned 42, and zero ephemeral containers remained. Prior September 26 proof is documented in README.md and docs/sandbox-execution-receipt.md. The control VM calls Vultr Serverless Inference; the code and browser sandboxes are on a separate VM.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Organizer hacking start was September 26, 2026 at 11:30 AM PDT. Repo's first commit at 11:19 AM PDT was only a small local policy and sandbox scaffold. Subsequent September 26 Vultr VM/inference, Slack, Eventbrite and sandbox work occurred after hacking began. The September 27 code release is deployed; the root agent reported 50 passing local tests, four-role recall, and the official TJPA permit inquiry route. Latest live receipts: all four role jobs DONE for both initial 30-bottle project and post-restart 24-bottle amendment with same project ID; read-only Events GET confirms October 2 Eventbrite event currently live; public lab 42/exit124/42 and zero ephemeral containers. Brave has no configured key. No real-world purchase, venue booking or guest mailing.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https://github.com/msmalls54/pengwin-crew</a:t>
            </a:r>
          </a:p>
          <a:p xmlns:a="http://schemas.openxmlformats.org/drawingml/2006/main">
            <a:r>
              <a:t>Public lab: https://104-156-229-63.sslip.io</a:t>
            </a:r>
          </a:p>
          <a:p xmlns:a="http://schemas.openxmlformats.org/drawingml/2006/main">
            <a:r>
              <a:t>Eventbrite publication baseline: https://www.eventbrite.com/e/pengwin-safe-ai-agents-live-online-demo-tickets-2002368493065</a:t>
            </a:r>
          </a:p>
          <a:p xmlns:a="http://schemas.openxmlformats.org/drawingml/2006/main">
            <a:r>
              <a:t>The user-approved plan requires a recorded demo and final submission; do not claim either occurred until separately 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6ba35bd22746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fb300675ea4636" /><Relationship Type="http://schemas.openxmlformats.org/officeDocument/2006/relationships/slideLayout" Target="/ppt/slideLayouts/slideLayout1.xml" Id="R8e9be837b13f43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9be837b13f43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2095d3c404bc8" /><Relationship Type="http://schemas.openxmlformats.org/officeDocument/2006/relationships/notesSlide" Target="/ppt/notesSlides/notesSlide1.xml" Id="Rced44e6c0d8145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6c7a66aac4c62" /><Relationship Type="http://schemas.openxmlformats.org/officeDocument/2006/relationships/notesSlide" Target="/ppt/notesSlides/notesSlide2.xml" Id="R26caf36d33004f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5b38d0d394449" /><Relationship Type="http://schemas.openxmlformats.org/officeDocument/2006/relationships/notesSlide" Target="/ppt/notesSlides/notesSlide3.xml" Id="R04efb452f1ac41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785316517496d" /><Relationship Type="http://schemas.openxmlformats.org/officeDocument/2006/relationships/notesSlide" Target="/ppt/notesSlides/notesSlide4.xml" Id="R4158df15d56047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03ab6dfa974690" /><Relationship Type="http://schemas.openxmlformats.org/officeDocument/2006/relationships/notesSlide" Target="/ppt/notesSlides/notesSlide5.xml" Id="R39cee34bf4d542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2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5A6A1F-0148-413D-8D1C-97C68F45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Pengwin Crew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42C14-EC64-43B9-BA08-D844C7E8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1047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77CFB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77CFBE"/>
                </a:solidFill>
                <a:latin typeface="Arial"/>
                <a:ea typeface="Arial"/>
                <a:cs typeface="Arial"/>
              </a:rPr>
              <a:t>Plan an event from Slack. See what each agent did.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3401C-B149-47BC-BA82-48ED829D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Vultr Agent Arena  /  Challenge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13D39B-42AF-4CF4-86E6-4F333E92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721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5B8B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B8BB"/>
                </a:solidFill>
                <a:latin typeface="Arial"/>
                <a:ea typeface="Arial"/>
                <a:cs typeface="Arial"/>
              </a:rPr>
              <a:t>September 27, 2026</a:t>
            </a:r>
          </a:p>
        </p:txBody>
      </p:sp>
    </p:spTree>
    <p:extLst>
      <p:ext uri="{BB962C8B-B14F-4D97-AF65-F5344CB8AC3E}">
        <p14:creationId xmlns:p14="http://schemas.microsoft.com/office/powerpoint/2010/main" val="10962816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4C2881-8F58-4717-8F95-A5F10FC9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One request, one shared event 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F4BD4-2484-47AC-8066-2595179F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716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“Plan a Salesforce Park event next month. Get 30 water bottles and invitations ready.”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7E6FA-F2BA-48C6-972C-1E8801D0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4810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01  Concierge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B0448-2D0E-4C60-B36F-9EA88B09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4810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Opens the project and keeps the thread together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571115-7CCC-4A4E-AF6A-E6DD1F63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95600"/>
            <a:ext cx="4810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02  Events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A9906F-4A2D-4F50-A4B1-25C25E00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4810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Proposes dates, the TJPA permit inquiry route and invitation copy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2F18C-778B-4C34-953E-11E13A2D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71975"/>
            <a:ext cx="4810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03  Buyer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78F292-32CE-4D18-AFA6-13E35457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48225"/>
            <a:ext cx="4810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Sources a product-only bottle price range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C031B3-365E-4AE8-9115-3FE57A89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71975"/>
            <a:ext cx="4810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04  Treasurer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4E1DF1-EA8F-438D-A2C7-6050588A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48225"/>
            <a:ext cx="4810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Records the estimate, budget and why bottles were requested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862F65-3FC9-4216-B1DC-F2E94B73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Live Slack: after a worker restart, the same project changed from 30 to 24 bottles.</a:t>
            </a:r>
          </a:p>
          <a:p xmlns:a="http://schemas.openxmlformats.org/drawingml/2006/main">
            <a:pPr>
              <a:defRPr sz="142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Checkout remains unavailable; $486.00–$561.84 is a product-only estimate.</a:t>
            </a:r>
          </a:p>
        </p:txBody>
      </p:sp>
    </p:spTree>
    <p:extLst>
      <p:ext uri="{BB962C8B-B14F-4D97-AF65-F5344CB8AC3E}">
        <p14:creationId xmlns:p14="http://schemas.microsoft.com/office/powerpoint/2010/main" val="12242805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2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359B44-C653-40DC-82B5-39EC9A01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81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Vultr powers the reasoning and isolated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4EE35-0420-4850-B317-274513FE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8097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77CFB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77CFBE"/>
                </a:solidFill>
                <a:latin typeface="Arial"/>
                <a:ea typeface="Arial"/>
                <a:cs typeface="Arial"/>
              </a:rPr>
              <a:t>Control VM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85A865-428B-49E5-BE1E-A149E0A9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428875"/>
            <a:ext cx="50006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Slack listeners and role workers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Postgres runs, memory and receipts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Calls Vultr Serverless Inference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372C1F-3779-47A4-A836-3CE645D1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8097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77CFB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77CFBE"/>
                </a:solidFill>
                <a:latin typeface="Arial"/>
                <a:ea typeface="Arial"/>
                <a:cs typeface="Arial"/>
              </a:rPr>
              <a:t>Sandbox VM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95F782-C1A3-41E1-987F-6083518A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28875"/>
            <a:ext cx="50006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Disposable Python and browser containers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Read-only code runtime with no network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application credentials inside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C209B-DC26-4CD1-8A3A-F3166709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886325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815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815C"/>
                </a:solidFill>
                <a:latin typeface="Arial"/>
                <a:ea typeface="Arial"/>
                <a:cs typeface="Arial"/>
              </a:rPr>
              <a:t>Rechecked September 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F1EE9-1224-499C-AB62-286B7FEF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353050"/>
            <a:ext cx="105727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Public lab returned 42, then timeout exit 124, then 42. No ephemeral containers remained.</a:t>
            </a:r>
          </a:p>
        </p:txBody>
      </p:sp>
    </p:spTree>
    <p:extLst>
      <p:ext uri="{BB962C8B-B14F-4D97-AF65-F5344CB8AC3E}">
        <p14:creationId xmlns:p14="http://schemas.microsoft.com/office/powerpoint/2010/main" val="16721701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7C99A-8234-4F9C-91A6-C9105A8F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7200"/>
            <a:ext cx="10953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Work before and during the hackathon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A0BAE5-66A3-42B5-89F2-666123AE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32861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Before 11:30 AM, Sep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E17B34-6CDC-4ED7-B4B2-97DCF627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3286125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11:19 AM first commit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Small local policy and sandbox scaffold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10B55-5DC4-48AB-9122-FC456E9F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71625"/>
            <a:ext cx="33813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Sep 26, after start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A61257-D371-4DC0-9A4A-EB552B10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81250"/>
            <a:ext cx="3381375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Vultr VMs and inference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Four Slack bots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Eventbrite RSVP publication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Isolated code and timeout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6250F-CBC8-4F7B-84F5-13937296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571625"/>
            <a:ext cx="3429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Sep 27 deployed code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1909B3-0528-45E5-9846-F5E64F3E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381250"/>
            <a:ext cx="34290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Scoped Postgres memory and four-role recall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Checked event plan and 24-bottle amendment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Official TJPA permit inquiry route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Read-only Eventbrite status and judge feed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FBC681-9C25-458A-A5E0-B5979591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10810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50 local tests pass. Live Slack confirms the project and amendment; Eventbrite confirms Oct 2 live.</a:t>
            </a:r>
          </a:p>
          <a:p xmlns:a="http://schemas.openxmlformats.org/drawingml/2006/main">
            <a:pPr>
              <a:defRPr sz="15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Lab: 42 / exit 124 / 42 with zero leftover containers. No venue booked, order placed or invitations sent.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4E75D7-9B2F-4EAE-86E7-48718EE3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81725"/>
            <a:ext cx="10810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Brave search still needs a configured key.</a:t>
            </a:r>
          </a:p>
        </p:txBody>
      </p:sp>
    </p:spTree>
    <p:extLst>
      <p:ext uri="{BB962C8B-B14F-4D97-AF65-F5344CB8AC3E}">
        <p14:creationId xmlns:p14="http://schemas.microsoft.com/office/powerpoint/2010/main" val="6718318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2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14154B-4AA9-43FE-95A4-927F27F6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Inspect Pengwin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1EB9C9-B6F1-47D1-92BD-97B7D322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669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7CFB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7CFBE"/>
                </a:solidFill>
                <a:latin typeface="Arial"/>
                <a:ea typeface="Arial"/>
                <a:cs typeface="Arial"/>
              </a:rPr>
              <a:t>Repository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574CBB-D876-4DB9-B0D8-533EDFE5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526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https://github.com/msmalls54/pengwin-crew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D1280A-DB30-4FDD-B976-72A36F77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242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7CFB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7CFBE"/>
                </a:solidFill>
                <a:latin typeface="Arial"/>
                <a:ea typeface="Arial"/>
                <a:cs typeface="Arial"/>
              </a:rPr>
              <a:t>Public execution lab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8ACF2E-30ED-46A4-AE0C-C291869D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100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https://104-156-229-63.sslip.io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616B5C-CD4D-4535-A270-C7C5127D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81600"/>
            <a:ext cx="1038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5B8B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5B8BB"/>
                </a:solidFill>
                <a:latin typeface="Arial"/>
                <a:ea typeface="Arial"/>
                <a:cs typeface="Arial"/>
              </a:rPr>
              <a:t>The lab uses a separate judge token shared privately. The event workflow runs in Slack.</a:t>
            </a:r>
          </a:p>
        </p:txBody>
      </p:sp>
    </p:spTree>
    <p:extLst>
      <p:ext uri="{BB962C8B-B14F-4D97-AF65-F5344CB8AC3E}">
        <p14:creationId xmlns:p14="http://schemas.microsoft.com/office/powerpoint/2010/main" val="10493851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2026-09-27T08:34:09.4090000Z</dcterms:created>
  <dcterms:modified xsi:type="dcterms:W3CDTF">2026-09-27T08:34:09.4090000Z</dcterms:modified>
</coreProperties>
</file>