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4c1b1c824a4062" /><Relationship Type="http://schemas.openxmlformats.org/officeDocument/2006/relationships/extended-properties" Target="/docProps/app.xml" Id="R342e9264387d4fcb" /><Relationship Type="http://schemas.openxmlformats.org/officeDocument/2006/relationships/officeDocument" Target="/ppt/presentation.xml" Id="R2eb45ecd4fce45a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4787e31fe384ee6"/>
  </p:sldMasterIdLst>
  <p:notesMasterIdLst>
    <p:notesMasterId xmlns:r="http://schemas.openxmlformats.org/officeDocument/2006/relationships" r:id="Rbad613dfddd04117"/>
  </p:notesMasterIdLst>
  <p:sldIdLst>
    <p:sldId xmlns:r="http://schemas.openxmlformats.org/officeDocument/2006/relationships" id="256" r:id="R13b7aba87b2243de"/>
    <p:sldId xmlns:r="http://schemas.openxmlformats.org/officeDocument/2006/relationships" id="257" r:id="Rbc943389423b4604"/>
    <p:sldId xmlns:r="http://schemas.openxmlformats.org/officeDocument/2006/relationships" id="258" r:id="R03b4f3f6ca9a4d1d"/>
    <p:sldId xmlns:r="http://schemas.openxmlformats.org/officeDocument/2006/relationships" id="259" r:id="R95da82365bd24b32"/>
    <p:sldId xmlns:r="http://schemas.openxmlformats.org/officeDocument/2006/relationships" id="260" r:id="R60fb581d0d8a4e4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ca28adbb2f04568" /><Relationship Type="http://schemas.openxmlformats.org/officeDocument/2006/relationships/slideMaster" Target="/ppt/slideMasters/slideMaster1.xml" Id="Re4787e31fe384ee6" /><Relationship Type="http://schemas.openxmlformats.org/officeDocument/2006/relationships/notesMaster" Target="/ppt/notesMasters/notesMaster1.xml" Id="Rbad613dfddd04117" /><Relationship Type="http://schemas.openxmlformats.org/officeDocument/2006/relationships/presProps" Target="/ppt/presProps.xml" Id="R71f90978ae3345f4" /><Relationship Type="http://schemas.openxmlformats.org/officeDocument/2006/relationships/tableStyles" Target="/ppt/tableStyles.xml" Id="R4b4435033dac44a6" /><Relationship Type="http://schemas.openxmlformats.org/officeDocument/2006/relationships/slide" Target="/ppt/slides/slide1.xml" Id="R13b7aba87b2243de" /><Relationship Type="http://schemas.openxmlformats.org/officeDocument/2006/relationships/slide" Target="/ppt/slides/slide2.xml" Id="Rbc943389423b4604" /><Relationship Type="http://schemas.openxmlformats.org/officeDocument/2006/relationships/slide" Target="/ppt/slides/slide3.xml" Id="R03b4f3f6ca9a4d1d" /><Relationship Type="http://schemas.openxmlformats.org/officeDocument/2006/relationships/slide" Target="/ppt/slides/slide4.xml" Id="R95da82365bd24b32" /><Relationship Type="http://schemas.openxmlformats.org/officeDocument/2006/relationships/slide" Target="/ppt/slides/slide5.xml" Id="R60fb581d0d8a4e4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e6bbce7cf55436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42ad6a76e494083" /><Relationship Type="http://schemas.openxmlformats.org/officeDocument/2006/relationships/notesMaster" Target="/ppt/notesMasters/notesMaster1.xml" Id="Raf989f3d7e06441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debe1817e3341dd" /><Relationship Type="http://schemas.openxmlformats.org/officeDocument/2006/relationships/notesMaster" Target="/ppt/notesMasters/notesMaster1.xml" Id="R1b85b5106785421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af1da4e04474c21" /><Relationship Type="http://schemas.openxmlformats.org/officeDocument/2006/relationships/notesMaster" Target="/ppt/notesMasters/notesMaster1.xml" Id="Rcb42550b94bc4b9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2a260831d5945ed" /><Relationship Type="http://schemas.openxmlformats.org/officeDocument/2006/relationships/notesMaster" Target="/ppt/notesMasters/notesMaster1.xml" Id="R9d0640c0528c42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3bcbce3ec8545be" /><Relationship Type="http://schemas.openxmlformats.org/officeDocument/2006/relationships/notesMaster" Target="/ppt/notesMasters/notesMaster1.xml" Id="R0feb6775b17142c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repository: https://github.com/msmalls54/pengwin-crew</a:t>
            </a:r>
          </a:p>
          <a:p xmlns:a="http://schemas.openxmlformats.org/drawingml/2006/main">
            <a:r>
              <a:t>Challenge 1 brief supplied by user: https://docs.google.com/document/d/1cca0kJZSraBDNfE_gFCRovpgRnlD2m613WLebd2ApN4/edit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September 27 receipts from the root implementation agent: a real Vultr inference test proposed a typed Salesforce Park project for about a month away, 30 bottles and local AI founders. Missing time, capacity, artwork and delivery destination remain explicit. At 07:53 UTC a live automated bot-labelled Slack project sourced 30 bottles at a product-only estimate of $607.50–$702.30; after worker restart, a same-thread 07:58 UTC amendment changed to 24 bottles at $486.00–$561.84, with the same project ID. All four role jobs completed both times. No checkout, payment, booking or invitation send.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root agent's September 27 live public lab receipts: a successful calculation returned 42, a timeout exited 124 after the ten-second containment limit, a subsequent calculation returned 42, and zero ephemeral containers remained. Prior September 26 proof is documented in README.md and docs/sandbox-execution-receipt.md. The control VM calls Vultr Serverless Inference; the code and browser sandboxes are on a separate VM.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Organizer hacking start was September 26, 2026 at 11:30 AM PDT. Repo's first commit at 11:19 AM PDT was only a small local policy and sandbox scaffold. Subsequent September 26 Vultr VM/inference, Slack, Eventbrite and sandbox work occurred after hacking began. The September 27 code release is deployed; the root agent reported 50 passing local tests, four-role recall, and the official TJPA permit inquiry route. Latest live receipts: all four role jobs DONE for both initial 30-bottle project and post-restart 24-bottle amendment with same project ID; read-only Events GET confirms October 2 Eventbrite event currently live; public lab 42/exit124/42 and zero ephemeral containers. Brave has no configured key. No real-world purchase, venue booking or guest mailing.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Repository: https://github.com/msmalls54/pengwin-crew</a:t>
            </a:r>
          </a:p>
          <a:p xmlns:a="http://schemas.openxmlformats.org/drawingml/2006/main">
            <a:r>
              <a:t>Public lab: https://104-156-229-63.sslip.io</a:t>
            </a:r>
          </a:p>
          <a:p xmlns:a="http://schemas.openxmlformats.org/drawingml/2006/main">
            <a:r>
              <a:t>Eventbrite publication baseline: https://www.eventbrite.com/e/pengwin-safe-ai-agents-live-online-demo-tickets-2002368493065</a:t>
            </a:r>
          </a:p>
          <a:p xmlns:a="http://schemas.openxmlformats.org/drawingml/2006/main">
            <a:r>
              <a:t>The user-approved plan requires a recorded demo and final submission; do not claim either occurred until separately 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d9dfc301d3495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8e9e511a7643e9" /><Relationship Type="http://schemas.openxmlformats.org/officeDocument/2006/relationships/slideLayout" Target="/ppt/slideLayouts/slideLayout1.xml" Id="R39e73c907a0c4fd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e73c907a0c4fd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5f8455ec164eb8" /><Relationship Type="http://schemas.openxmlformats.org/officeDocument/2006/relationships/notesSlide" Target="/ppt/notesSlides/notesSlide1.xml" Id="Re7edb841d21f4f7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082d59e7694ae8" /><Relationship Type="http://schemas.openxmlformats.org/officeDocument/2006/relationships/notesSlide" Target="/ppt/notesSlides/notesSlide2.xml" Id="R8d00960ce56e468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4979a1a016465f" /><Relationship Type="http://schemas.openxmlformats.org/officeDocument/2006/relationships/notesSlide" Target="/ppt/notesSlides/notesSlide3.xml" Id="R69667201008c454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48b66cc9a44b51" /><Relationship Type="http://schemas.openxmlformats.org/officeDocument/2006/relationships/notesSlide" Target="/ppt/notesSlides/notesSlide4.xml" Id="Rb3440c5cd1da4b7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2c6a9a27534034" /><Relationship Type="http://schemas.openxmlformats.org/officeDocument/2006/relationships/notesSlide" Target="/ppt/notesSlides/notesSlide5.xml" Id="R8bf6da5db359420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E2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E514DD-7E9B-4A0D-A46F-F38EC255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Pengwin Crew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BC072A-6217-4DBE-B102-4AA00FE9F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1047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77CFBE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77CFBE"/>
                </a:solidFill>
                <a:latin typeface="Arial"/>
                <a:ea typeface="Arial"/>
                <a:cs typeface="Arial"/>
              </a:rPr>
              <a:t>Plan an event from Slack. See what each agent did.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2D2936-154F-4496-96B7-E0015D4F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5780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Vultr Agent Arena  /  Challenge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695586-846F-4053-9E99-A69C47F73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7215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5B8B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A5B8BB"/>
                </a:solidFill>
                <a:latin typeface="Arial"/>
                <a:ea typeface="Arial"/>
                <a:cs typeface="Arial"/>
              </a:rPr>
              <a:t>September 27, 2026</a:t>
            </a:r>
          </a:p>
        </p:txBody>
      </p:sp>
    </p:spTree>
    <p:extLst>
      <p:ext uri="{BB962C8B-B14F-4D97-AF65-F5344CB8AC3E}">
        <p14:creationId xmlns:p14="http://schemas.microsoft.com/office/powerpoint/2010/main" val="18153487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2C65C0-7D3F-4DA1-ABA7-B3C12CA38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8625"/>
            <a:ext cx="1095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22633"/>
                </a:solidFill>
                <a:latin typeface="Arial"/>
                <a:ea typeface="Arial"/>
                <a:cs typeface="Arial"/>
              </a:rPr>
              <a:t>One request, one shared event plan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D7E3DB-CA7E-4442-AFED-A47C92435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7160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“Plan a Salesforce Park event next month. Get 30 water bottles and invitations ready.”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89EC38-4AB4-4254-BEE7-ACC2DC45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95600"/>
            <a:ext cx="4810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22633"/>
                </a:solidFill>
                <a:latin typeface="Arial"/>
                <a:ea typeface="Arial"/>
                <a:cs typeface="Arial"/>
              </a:rPr>
              <a:t>01  Concierge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D12675-39FA-43D4-8B36-C8169BAA7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4810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Opens the project and keeps the thread together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B1B116-57A3-4233-96B1-D2990258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95600"/>
            <a:ext cx="4810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22633"/>
                </a:solidFill>
                <a:latin typeface="Arial"/>
                <a:ea typeface="Arial"/>
                <a:cs typeface="Arial"/>
              </a:rPr>
              <a:t>02  Events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E82C8A-7370-4EBD-B3E0-384410642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71850"/>
            <a:ext cx="4810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Proposes dates, the TJPA permit inquiry route and invitation copy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98DCA0-8AF7-4DED-AEA9-F5DE2E8D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71975"/>
            <a:ext cx="4810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22633"/>
                </a:solidFill>
                <a:latin typeface="Arial"/>
                <a:ea typeface="Arial"/>
                <a:cs typeface="Arial"/>
              </a:rPr>
              <a:t>03  Buyer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AFC16C-7A14-4A9A-9B9A-24D88E19B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48225"/>
            <a:ext cx="4810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Sources bottles and prepares a checkout handoff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43A4A5-C226-4DEF-B89E-CC5BE9C2A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71975"/>
            <a:ext cx="4810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22633"/>
                </a:solidFill>
                <a:latin typeface="Arial"/>
                <a:ea typeface="Arial"/>
                <a:cs typeface="Arial"/>
              </a:rPr>
              <a:t>04  Treasurer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B49783-84BC-45F4-ADA5-4B51AA40F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48225"/>
            <a:ext cx="4810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Records the estimate, budget and purchase reason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AD8D06-7211-46F8-8E62-A801E0A38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Live Slack: after a worker restart, the same project changed from 30 to 24 bottles.</a:t>
            </a:r>
          </a:p>
          <a:p xmlns:a="http://schemas.openxmlformats.org/drawingml/2006/main">
            <a:pPr>
              <a:defRPr sz="1425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The updated $486.00–$561.84 product-only estimate is not a payment.</a:t>
            </a:r>
          </a:p>
        </p:txBody>
      </p:sp>
    </p:spTree>
    <p:extLst>
      <p:ext uri="{BB962C8B-B14F-4D97-AF65-F5344CB8AC3E}">
        <p14:creationId xmlns:p14="http://schemas.microsoft.com/office/powerpoint/2010/main" val="3579110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E2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BBF296-FBCA-4381-B72C-5C88D346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38150"/>
            <a:ext cx="1095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Vultr powers the reasoning and isolated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E80E16-49FA-4F8F-A28F-F43DC286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80975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77CFB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77CFBE"/>
                </a:solidFill>
                <a:latin typeface="Arial"/>
                <a:ea typeface="Arial"/>
                <a:cs typeface="Arial"/>
              </a:rPr>
              <a:t>Control VM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E42C81-C98B-4C55-B38D-AEC1C2DC0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428875"/>
            <a:ext cx="50006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Slack listeners and role workers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Postgres runs, memory and receipts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Calls Vultr Serverless Inference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3ED79D-D423-4DCA-A6EF-F02B0829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80975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77CFBE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77CFBE"/>
                </a:solidFill>
                <a:latin typeface="Arial"/>
                <a:ea typeface="Arial"/>
                <a:cs typeface="Arial"/>
              </a:rPr>
              <a:t>Sandbox VM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914ECF-8557-40BD-868D-9D15B41B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28875"/>
            <a:ext cx="50006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Disposable Python and browser containers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Read-only code runtime with no network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 application credentials inside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F6E280-C39E-4238-A31B-1186D998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886325"/>
            <a:ext cx="10382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815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815C"/>
                </a:solidFill>
                <a:latin typeface="Arial"/>
                <a:ea typeface="Arial"/>
                <a:cs typeface="Arial"/>
              </a:rPr>
              <a:t>Rechecked September 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986A92-F213-4E4E-BDAA-6382F6D6B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353050"/>
            <a:ext cx="1057275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Public lab returned 42, then timeout exit 124, then 42. No ephemeral containers remained.</a:t>
            </a:r>
          </a:p>
        </p:txBody>
      </p:sp>
    </p:spTree>
    <p:extLst>
      <p:ext uri="{BB962C8B-B14F-4D97-AF65-F5344CB8AC3E}">
        <p14:creationId xmlns:p14="http://schemas.microsoft.com/office/powerpoint/2010/main" val="17997796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4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30E451-9B3F-46CA-B6F3-65D8B62FE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57200"/>
            <a:ext cx="10953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975" b="1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3975" b="1">
                <a:solidFill>
                  <a:srgbClr val="122633"/>
                </a:solidFill>
                <a:latin typeface="Arial"/>
                <a:ea typeface="Arial"/>
                <a:cs typeface="Arial"/>
              </a:rPr>
              <a:t>Work before and during the hackathon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DA8C01-DC64-4351-A144-34086AFF8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71625"/>
            <a:ext cx="32861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2633"/>
                </a:solidFill>
                <a:latin typeface="Arial"/>
                <a:ea typeface="Arial"/>
                <a:cs typeface="Arial"/>
              </a:rPr>
              <a:t>Before 11:30 AM, Sep 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8A05D0-C02E-4176-B078-F37A0A698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3286125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11:19 AM first commit</a:t>
            </a:r>
          </a:p>
          <a:p xmlns:a="http://schemas.openxmlformats.org/drawingml/2006/main">
            <a:pPr>
              <a:defRPr sz="1800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Small local policy and sandbox scaffold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594921-4BAD-4269-A095-F1ABFE47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571625"/>
            <a:ext cx="338137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2633"/>
                </a:solidFill>
                <a:latin typeface="Arial"/>
                <a:ea typeface="Arial"/>
                <a:cs typeface="Arial"/>
              </a:rPr>
              <a:t>Sep 26, after start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E4F6B3-1EE1-40D4-8B67-60E3FBFE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381250"/>
            <a:ext cx="3381375" cy="22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Vultr VMs and inference</a:t>
            </a:r>
          </a:p>
          <a:p xmlns:a="http://schemas.openxmlformats.org/drawingml/2006/main">
            <a:pPr>
              <a:defRPr sz="1800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Four Slack bots</a:t>
            </a:r>
          </a:p>
          <a:p xmlns:a="http://schemas.openxmlformats.org/drawingml/2006/main">
            <a:pPr>
              <a:defRPr sz="1800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Eventbrite RSVP publication</a:t>
            </a:r>
          </a:p>
          <a:p xmlns:a="http://schemas.openxmlformats.org/drawingml/2006/main">
            <a:pPr>
              <a:defRPr sz="1800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Isolated code and timeout proof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6DE224-EF96-48EA-929F-C6A6360E6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1571625"/>
            <a:ext cx="3429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22633"/>
                </a:solidFill>
                <a:latin typeface="Arial"/>
                <a:ea typeface="Arial"/>
                <a:cs typeface="Arial"/>
              </a:rPr>
              <a:t>Sep 27 deployed code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5D1B3B-9EEC-45FF-A97E-32B58F450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381250"/>
            <a:ext cx="3429000" cy="22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Scoped Postgres memory and four-role recall</a:t>
            </a:r>
          </a:p>
          <a:p xmlns:a="http://schemas.openxmlformats.org/drawingml/2006/main">
            <a:pPr>
              <a:defRPr sz="1800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Checked event plan and 24-bottle amendment</a:t>
            </a:r>
          </a:p>
          <a:p xmlns:a="http://schemas.openxmlformats.org/drawingml/2006/main">
            <a:pPr>
              <a:defRPr sz="1800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Official TJPA permit inquiry route</a:t>
            </a:r>
          </a:p>
          <a:p xmlns:a="http://schemas.openxmlformats.org/drawingml/2006/main">
            <a:pPr>
              <a:defRPr sz="1800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Read-only Eventbrite status and judge feed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015E63-C75C-4E1A-8196-0224C9343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108108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50 local tests pass. Live Slack confirms the project and amendment; Eventbrite confirms Oct 2 live.</a:t>
            </a:r>
          </a:p>
          <a:p xmlns:a="http://schemas.openxmlformats.org/drawingml/2006/main">
            <a:pPr>
              <a:defRPr sz="1575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Lab: 42 / exit 124 / 42 with zero leftover containers. No booking, purchase or invitations.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C7C245-5AA7-46E3-A5A3-6473CA6D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81725"/>
            <a:ext cx="10810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2263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22633"/>
                </a:solidFill>
                <a:latin typeface="Arial"/>
                <a:ea typeface="Arial"/>
                <a:cs typeface="Arial"/>
              </a:rPr>
              <a:t>Brave search still needs a configured key.</a:t>
            </a:r>
          </a:p>
        </p:txBody>
      </p:sp>
    </p:spTree>
    <p:extLst>
      <p:ext uri="{BB962C8B-B14F-4D97-AF65-F5344CB8AC3E}">
        <p14:creationId xmlns:p14="http://schemas.microsoft.com/office/powerpoint/2010/main" val="12955794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E2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4A121C-2FC5-45FE-B8F4-85415BB79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Inspect Pengwin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12291E-7CF0-479B-901C-CFBE6B9B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66900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77CFB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77CFBE"/>
                </a:solidFill>
                <a:latin typeface="Arial"/>
                <a:ea typeface="Arial"/>
                <a:cs typeface="Arial"/>
              </a:rPr>
              <a:t>Repository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E4F705-8A3F-4A34-B519-D22D64D19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52675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https://github.com/msmalls54/pengwin-crew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6CC618-3FB2-481E-A9BC-C6983AC9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24225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77CFB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77CFBE"/>
                </a:solidFill>
                <a:latin typeface="Arial"/>
                <a:ea typeface="Arial"/>
                <a:cs typeface="Arial"/>
              </a:rPr>
              <a:t>Public execution lab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5E5002-41FF-47A2-8252-99AB933EF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10000"/>
            <a:ext cx="1057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https://104-156-229-63.sslip.io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0AE8D8-78F5-42CE-8CB2-EC5C489A7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81600"/>
            <a:ext cx="10382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A5B8B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5B8BB"/>
                </a:solidFill>
                <a:latin typeface="Arial"/>
                <a:ea typeface="Arial"/>
                <a:cs typeface="Arial"/>
              </a:rPr>
              <a:t>The lab uses a separate judge token shared privately. The event workflow runs in Slack.</a:t>
            </a:r>
          </a:p>
        </p:txBody>
      </p:sp>
    </p:spTree>
    <p:extLst>
      <p:ext uri="{BB962C8B-B14F-4D97-AF65-F5344CB8AC3E}">
        <p14:creationId xmlns:p14="http://schemas.microsoft.com/office/powerpoint/2010/main" val="14110322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2026-09-27T08:18:39.8110000Z</dcterms:created>
  <dcterms:modified xsi:type="dcterms:W3CDTF">2026-09-27T08:18:39.8110000Z</dcterms:modified>
</coreProperties>
</file>