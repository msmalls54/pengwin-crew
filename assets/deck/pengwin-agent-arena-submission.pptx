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79b11b6b404687" /><Relationship Type="http://schemas.openxmlformats.org/officeDocument/2006/relationships/extended-properties" Target="/docProps/app.xml" Id="R313462b09fce4589" /><Relationship Type="http://schemas.openxmlformats.org/officeDocument/2006/relationships/officeDocument" Target="/ppt/presentation.xml" Id="R3f02b173e74540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35b423f26e4c2a"/>
  </p:sldMasterIdLst>
  <p:notesMasterIdLst>
    <p:notesMasterId xmlns:r="http://schemas.openxmlformats.org/officeDocument/2006/relationships" r:id="Ra50f6f03b8db477e"/>
  </p:notesMasterIdLst>
  <p:sldIdLst>
    <p:sldId xmlns:r="http://schemas.openxmlformats.org/officeDocument/2006/relationships" id="256" r:id="Rd8ddaf2cec3d49c0"/>
    <p:sldId xmlns:r="http://schemas.openxmlformats.org/officeDocument/2006/relationships" id="257" r:id="Rd0b9d7f4a6df41a9"/>
    <p:sldId xmlns:r="http://schemas.openxmlformats.org/officeDocument/2006/relationships" id="258" r:id="R730449667bab4b96"/>
    <p:sldId xmlns:r="http://schemas.openxmlformats.org/officeDocument/2006/relationships" id="259" r:id="R9d4d32451299406b"/>
    <p:sldId xmlns:r="http://schemas.openxmlformats.org/officeDocument/2006/relationships" id="260" r:id="R09924dbb434b46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63a0f0703b4878" /><Relationship Type="http://schemas.openxmlformats.org/officeDocument/2006/relationships/slideMaster" Target="/ppt/slideMasters/slideMaster1.xml" Id="R0635b423f26e4c2a" /><Relationship Type="http://schemas.openxmlformats.org/officeDocument/2006/relationships/notesMaster" Target="/ppt/notesMasters/notesMaster1.xml" Id="Ra50f6f03b8db477e" /><Relationship Type="http://schemas.openxmlformats.org/officeDocument/2006/relationships/presProps" Target="/ppt/presProps.xml" Id="R15fe78a9fd1145c3" /><Relationship Type="http://schemas.openxmlformats.org/officeDocument/2006/relationships/tableStyles" Target="/ppt/tableStyles.xml" Id="Re6cb52578a064f89" /><Relationship Type="http://schemas.openxmlformats.org/officeDocument/2006/relationships/slide" Target="/ppt/slides/slide1.xml" Id="Rd8ddaf2cec3d49c0" /><Relationship Type="http://schemas.openxmlformats.org/officeDocument/2006/relationships/slide" Target="/ppt/slides/slide2.xml" Id="Rd0b9d7f4a6df41a9" /><Relationship Type="http://schemas.openxmlformats.org/officeDocument/2006/relationships/slide" Target="/ppt/slides/slide3.xml" Id="R730449667bab4b96" /><Relationship Type="http://schemas.openxmlformats.org/officeDocument/2006/relationships/slide" Target="/ppt/slides/slide4.xml" Id="R9d4d32451299406b" /><Relationship Type="http://schemas.openxmlformats.org/officeDocument/2006/relationships/slide" Target="/ppt/slides/slide5.xml" Id="R09924dbb434b46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eaceb63b6642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52454ac45c4b79" /><Relationship Type="http://schemas.openxmlformats.org/officeDocument/2006/relationships/notesMaster" Target="/ppt/notesMasters/notesMaster1.xml" Id="R44f53962655240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2b400780744a6d" /><Relationship Type="http://schemas.openxmlformats.org/officeDocument/2006/relationships/notesMaster" Target="/ppt/notesMasters/notesMaster1.xml" Id="Re4f9212f825d45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286e67479f4b1c" /><Relationship Type="http://schemas.openxmlformats.org/officeDocument/2006/relationships/notesMaster" Target="/ppt/notesMasters/notesMaster1.xml" Id="Rf58e330ec9e84d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5cc4b805ab41d1" /><Relationship Type="http://schemas.openxmlformats.org/officeDocument/2006/relationships/notesMaster" Target="/ppt/notesMasters/notesMaster1.xml" Id="R682ea8df9ecf4b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29c1ec92fe4359" /><Relationship Type="http://schemas.openxmlformats.org/officeDocument/2006/relationships/notesMaster" Target="/ppt/notesMasters/notesMaster1.xml" Id="R3eb7db814a5844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repository: https://github.com/msmalls54/pengwin-crew</a:t>
            </a:r>
          </a:p>
          <a:p xmlns:a="http://schemas.openxmlformats.org/drawingml/2006/main">
            <a:r>
              <a:t>Challenge 1 brief supplied by user: https://docs.google.com/document/d/1cca0kJZSraBDNfE_gFCRovpgRnlD2m613WLebd2ApN4/edit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September 27 receipts from the root implementation agent: a real Vultr inference test proposed a typed Salesforce Park project for about a month away, 30 bottles and local AI founders. Missing time, capacity, artwork and delivery destination remain explicit. At 07:53 UTC a live automated bot-labelled Slack project sourced 30 bottles at a product-only estimate of $607.50–$702.30; after worker restart, a same-thread 07:58 UTC amendment changed to 24 bottles at $486.00–$561.84, with the same project ID. All four role jobs completed both times. Buyer checkout_status is NOT_READY because a store token, artwork, chosen variant, shipping and tax are missing. No checkout, payment, booking or invitation send.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root agent's September 27 live public lab receipts: a successful calculation returned 42, a timeout exited 124 after the ten-second containment limit, a subsequent calculation returned 42, and zero ephemeral containers remained. Prior September 26 proof is documented in README.md and docs/sandbox-execution-receipt.md. The control VM calls Vultr Serverless Inference; the code and browser sandboxes are on a separate VM.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Organizer hacking start was September 26, 2026 at 11:30 AM PDT. Repo's first commit at 11:19 AM PDT was only a small local policy and sandbox scaffold. Subsequent September 26 Vultr VM/inference, Slack, Eventbrite and sandbox work occurred after hacking began. The September 27 code release is deployed; the root agent reported 50 passing local tests, four-role recall, and the official TJPA permit inquiry route. Latest live receipts: all four role jobs DONE for both initial 30-bottle project and post-restart 24-bottle amendment with same project ID; read-only Events GET confirms October 2 Eventbrite event currently live; public lab 42/exit124/42 and zero ephemeral containers. Brave has no configured key. No real-world purchase, venue booking or guest mailing.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Repository: https://github.com/msmalls54/pengwin-crew</a:t>
            </a:r>
          </a:p>
          <a:p xmlns:a="http://schemas.openxmlformats.org/drawingml/2006/main">
            <a:r>
              <a:t>Public lab: https://104-156-229-63.sslip.io</a:t>
            </a:r>
          </a:p>
          <a:p xmlns:a="http://schemas.openxmlformats.org/drawingml/2006/main">
            <a:r>
              <a:t>Eventbrite publication baseline: https://www.eventbrite.com/e/pengwin-safe-ai-agents-live-online-demo-tickets-2002368493065</a:t>
            </a:r>
          </a:p>
          <a:p xmlns:a="http://schemas.openxmlformats.org/drawingml/2006/main">
            <a:r>
              <a:t>The user-approved plan requires a recorded demo and final submission; do not claim either occurred until separately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5f1bc558be4c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958516e7b9447d" /><Relationship Type="http://schemas.openxmlformats.org/officeDocument/2006/relationships/slideLayout" Target="/ppt/slideLayouts/slideLayout1.xml" Id="Rfd2b702c986746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2b702c986746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eaa1a7d924cd7" /><Relationship Type="http://schemas.openxmlformats.org/officeDocument/2006/relationships/notesSlide" Target="/ppt/notesSlides/notesSlide1.xml" Id="R9933a772e39f42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df410bc164be0" /><Relationship Type="http://schemas.openxmlformats.org/officeDocument/2006/relationships/notesSlide" Target="/ppt/notesSlides/notesSlide2.xml" Id="R992d02954a9044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c54f3a07245c5" /><Relationship Type="http://schemas.openxmlformats.org/officeDocument/2006/relationships/notesSlide" Target="/ppt/notesSlides/notesSlide3.xml" Id="Rfcf59135c98c45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57fcff26f45e4" /><Relationship Type="http://schemas.openxmlformats.org/officeDocument/2006/relationships/notesSlide" Target="/ppt/notesSlides/notesSlide4.xml" Id="R9ffe930c5cee42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e2f4244cf4cb2" /><Relationship Type="http://schemas.openxmlformats.org/officeDocument/2006/relationships/notesSlide" Target="/ppt/notesSlides/notesSlide5.xml" Id="R9005080d0e9344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40363-A897-49F9-9D44-DA36FDA3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Pengwin Crew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621C3-DBB7-4FE9-AD01-6000A52A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77CFBE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77CFBE"/>
                </a:solidFill>
                <a:latin typeface="Arial"/>
                <a:ea typeface="Arial"/>
                <a:cs typeface="Arial"/>
              </a:rPr>
              <a:t>Plan an event from Slack. See what each agent did.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2A8B0-DE82-4E89-BDD4-A7C714DB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Vultr Agent Arena  /  Challenge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5B797-0A02-4D11-A092-F2C87784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5B8B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5B8BB"/>
                </a:solidFill>
                <a:latin typeface="Arial"/>
                <a:ea typeface="Arial"/>
                <a:cs typeface="Arial"/>
              </a:rPr>
              <a:t>September 27, 2026</a:t>
            </a:r>
          </a:p>
        </p:txBody>
      </p:sp>
    </p:spTree>
    <p:extLst>
      <p:ext uri="{BB962C8B-B14F-4D97-AF65-F5344CB8AC3E}">
        <p14:creationId xmlns:p14="http://schemas.microsoft.com/office/powerpoint/2010/main" val="6220678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3AE3F0-611A-4E04-86B5-DE5F8AD8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22633"/>
                </a:solidFill>
                <a:latin typeface="Arial"/>
                <a:ea typeface="Arial"/>
                <a:cs typeface="Arial"/>
              </a:rPr>
              <a:t>One request, one shared event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78BB5-0E23-402A-81E7-A95F4DA4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22633"/>
                </a:solidFill>
                <a:latin typeface="Arial"/>
                <a:ea typeface="Arial"/>
                <a:cs typeface="Arial"/>
              </a:rPr>
              <a:t>“Plan a Salesforce Park event next month. Get 30 water bottles and invitations ready.”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B0A72-F8B1-4F5A-A888-E4034E60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481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2633"/>
                </a:solidFill>
                <a:latin typeface="Arial"/>
                <a:ea typeface="Arial"/>
                <a:cs typeface="Arial"/>
              </a:rPr>
              <a:t>01  Concierge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2CFE9-A4CD-4993-8345-0A7CA30C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481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633"/>
                </a:solidFill>
                <a:latin typeface="Arial"/>
                <a:ea typeface="Arial"/>
                <a:cs typeface="Arial"/>
              </a:rPr>
              <a:t>Opens the project and keeps the thread together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28CC3-8D0D-4732-8A78-CFCE5C91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1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2633"/>
                </a:solidFill>
                <a:latin typeface="Arial"/>
                <a:ea typeface="Arial"/>
                <a:cs typeface="Arial"/>
              </a:rPr>
              <a:t>02  Events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5F529-3FCC-4521-A8D1-14D17831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71850"/>
            <a:ext cx="481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633"/>
                </a:solidFill>
                <a:latin typeface="Arial"/>
                <a:ea typeface="Arial"/>
                <a:cs typeface="Arial"/>
              </a:rPr>
              <a:t>Proposes dates, the TJPA permit inquiry route and invitation copy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1DEC3-A26C-44BD-A835-2D1933B5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71975"/>
            <a:ext cx="481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2633"/>
                </a:solidFill>
                <a:latin typeface="Arial"/>
                <a:ea typeface="Arial"/>
                <a:cs typeface="Arial"/>
              </a:rPr>
              <a:t>03  Buyer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C0D65-9D17-49EF-A8C4-A1917A87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48225"/>
            <a:ext cx="481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633"/>
                </a:solidFill>
                <a:latin typeface="Arial"/>
                <a:ea typeface="Arial"/>
                <a:cs typeface="Arial"/>
              </a:rPr>
              <a:t>Sources a product-only bottle price range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20162B-19A9-4885-B763-BF12FF8B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71975"/>
            <a:ext cx="481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2633"/>
                </a:solidFill>
                <a:latin typeface="Arial"/>
                <a:ea typeface="Arial"/>
                <a:cs typeface="Arial"/>
              </a:rPr>
              <a:t>04  Treasurer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E11BF-D928-49A2-ADC9-623BE3C5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48225"/>
            <a:ext cx="481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633"/>
                </a:solidFill>
                <a:latin typeface="Arial"/>
                <a:ea typeface="Arial"/>
                <a:cs typeface="Arial"/>
              </a:rPr>
              <a:t>Records the estimate, budget and why bottles were requested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9F08F-E683-4209-AA09-0B6D039D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2633"/>
                </a:solidFill>
                <a:latin typeface="Arial"/>
                <a:ea typeface="Arial"/>
                <a:cs typeface="Arial"/>
              </a:rPr>
              <a:t>Live Slack: after a worker restart, the same project changed from 30 to 24 bottles.</a:t>
            </a:r>
          </a:p>
          <a:p xmlns:a="http://schemas.openxmlformats.org/drawingml/2006/main">
            <a:pPr>
              <a:defRPr sz="1425" b="0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2633"/>
                </a:solidFill>
                <a:latin typeface="Arial"/>
                <a:ea typeface="Arial"/>
                <a:cs typeface="Arial"/>
              </a:rPr>
              <a:t>Checkout remains unavailable; $486.00–$561.84 is a product-only estimate.</a:t>
            </a:r>
          </a:p>
        </p:txBody>
      </p:sp>
    </p:spTree>
    <p:extLst>
      <p:ext uri="{BB962C8B-B14F-4D97-AF65-F5344CB8AC3E}">
        <p14:creationId xmlns:p14="http://schemas.microsoft.com/office/powerpoint/2010/main" val="8132483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2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45766-23FD-453E-891C-9A3FCEB4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8150"/>
            <a:ext cx="1095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Vultr powers the reasoning and isolated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14C1D-537F-4262-8A17-E3ADF984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097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7CFB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77CFBE"/>
                </a:solidFill>
                <a:latin typeface="Arial"/>
                <a:ea typeface="Arial"/>
                <a:cs typeface="Arial"/>
              </a:rPr>
              <a:t>Control VM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9B1D6-641A-40D6-9A4E-8CB2CEA5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28875"/>
            <a:ext cx="5000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Slack listeners and role workers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 runs, memory and receipts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Calls Vultr Serverless Inference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CC10A-374F-420B-B843-B6C55B5B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7CFB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77CFBE"/>
                </a:solidFill>
                <a:latin typeface="Arial"/>
                <a:ea typeface="Arial"/>
                <a:cs typeface="Arial"/>
              </a:rPr>
              <a:t>Sandbox VM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6AA37-4913-4647-9569-22C2F8B7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28875"/>
            <a:ext cx="5000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Disposable Python and browser containers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Read-only code runtime with no network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application credentials inside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2C738-47F3-4F26-883B-0DC7D47F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8863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815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815C"/>
                </a:solidFill>
                <a:latin typeface="Arial"/>
                <a:ea typeface="Arial"/>
                <a:cs typeface="Arial"/>
              </a:rPr>
              <a:t>Rechecked September 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8C082-CFE8-4FA7-B650-6AC3B8A0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53050"/>
            <a:ext cx="10572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 lab returned 42, then timeout exit 124, then 42. No ephemeral containers remained.</a:t>
            </a:r>
          </a:p>
        </p:txBody>
      </p:sp>
    </p:spTree>
    <p:extLst>
      <p:ext uri="{BB962C8B-B14F-4D97-AF65-F5344CB8AC3E}">
        <p14:creationId xmlns:p14="http://schemas.microsoft.com/office/powerpoint/2010/main" val="13351128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97AAF-35DA-4AD6-BEE5-3B7FA102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7200"/>
            <a:ext cx="10953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22633"/>
                </a:solidFill>
                <a:latin typeface="Arial"/>
                <a:ea typeface="Arial"/>
                <a:cs typeface="Arial"/>
              </a:rPr>
              <a:t>Work before and during the hackathon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A9DE7-7135-44D8-8B07-3EB26AE2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286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2633"/>
                </a:solidFill>
                <a:latin typeface="Arial"/>
                <a:ea typeface="Arial"/>
                <a:cs typeface="Arial"/>
              </a:rPr>
              <a:t>Before 11:30 AM, Sep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DAC4F-87F3-4A8C-BC56-F6CB8E36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2633"/>
                </a:solidFill>
                <a:latin typeface="Arial"/>
                <a:ea typeface="Arial"/>
                <a:cs typeface="Arial"/>
              </a:rPr>
              <a:t>11:19 AM first commit</a:t>
            </a:r>
          </a:p>
          <a:p xmlns:a="http://schemas.openxmlformats.org/drawingml/2006/main">
            <a:pPr>
              <a:defRPr sz="1800" b="0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2633"/>
                </a:solidFill>
                <a:latin typeface="Arial"/>
                <a:ea typeface="Arial"/>
                <a:cs typeface="Arial"/>
              </a:rPr>
              <a:t>Small local policy and sandbox scaffold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2E360-9E00-4D01-BF3A-D28C95AB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71625"/>
            <a:ext cx="3381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2633"/>
                </a:solidFill>
                <a:latin typeface="Arial"/>
                <a:ea typeface="Arial"/>
                <a:cs typeface="Arial"/>
              </a:rPr>
              <a:t>Sep 26, after start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B49D9-5D6A-4FB3-A038-6FAB8BF0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3381375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2633"/>
                </a:solidFill>
                <a:latin typeface="Arial"/>
                <a:ea typeface="Arial"/>
                <a:cs typeface="Arial"/>
              </a:rPr>
              <a:t>Vultr VMs and inference</a:t>
            </a:r>
          </a:p>
          <a:p xmlns:a="http://schemas.openxmlformats.org/drawingml/2006/main">
            <a:pPr>
              <a:defRPr sz="1800" b="0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2633"/>
                </a:solidFill>
                <a:latin typeface="Arial"/>
                <a:ea typeface="Arial"/>
                <a:cs typeface="Arial"/>
              </a:rPr>
              <a:t>Four Slack bots</a:t>
            </a:r>
          </a:p>
          <a:p xmlns:a="http://schemas.openxmlformats.org/drawingml/2006/main">
            <a:pPr>
              <a:defRPr sz="1800" b="0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2633"/>
                </a:solidFill>
                <a:latin typeface="Arial"/>
                <a:ea typeface="Arial"/>
                <a:cs typeface="Arial"/>
              </a:rPr>
              <a:t>Eventbrite RSVP publication</a:t>
            </a:r>
          </a:p>
          <a:p xmlns:a="http://schemas.openxmlformats.org/drawingml/2006/main">
            <a:pPr>
              <a:defRPr sz="1800" b="0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2633"/>
                </a:solidFill>
                <a:latin typeface="Arial"/>
                <a:ea typeface="Arial"/>
                <a:cs typeface="Arial"/>
              </a:rPr>
              <a:t>Isolated code and timeout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2B4E2-AB32-4855-B139-FCF2555F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571625"/>
            <a:ext cx="3429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2633"/>
                </a:solidFill>
                <a:latin typeface="Arial"/>
                <a:ea typeface="Arial"/>
                <a:cs typeface="Arial"/>
              </a:rPr>
              <a:t>Sep 27 deployed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01C84-6EC3-4715-A691-7E7E97E5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381250"/>
            <a:ext cx="34290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2633"/>
                </a:solidFill>
                <a:latin typeface="Arial"/>
                <a:ea typeface="Arial"/>
                <a:cs typeface="Arial"/>
              </a:rPr>
              <a:t>Scoped Postgres memory and four-role recall</a:t>
            </a:r>
          </a:p>
          <a:p xmlns:a="http://schemas.openxmlformats.org/drawingml/2006/main">
            <a:pPr>
              <a:defRPr sz="1800" b="0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2633"/>
                </a:solidFill>
                <a:latin typeface="Arial"/>
                <a:ea typeface="Arial"/>
                <a:cs typeface="Arial"/>
              </a:rPr>
              <a:t>Checked event plan and 24-bottle amendment</a:t>
            </a:r>
          </a:p>
          <a:p xmlns:a="http://schemas.openxmlformats.org/drawingml/2006/main">
            <a:pPr>
              <a:defRPr sz="1800" b="0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2633"/>
                </a:solidFill>
                <a:latin typeface="Arial"/>
                <a:ea typeface="Arial"/>
                <a:cs typeface="Arial"/>
              </a:rPr>
              <a:t>Official TJPA permit inquiry route</a:t>
            </a:r>
          </a:p>
          <a:p xmlns:a="http://schemas.openxmlformats.org/drawingml/2006/main">
            <a:pPr>
              <a:defRPr sz="1800" b="0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2633"/>
                </a:solidFill>
                <a:latin typeface="Arial"/>
                <a:ea typeface="Arial"/>
                <a:cs typeface="Arial"/>
              </a:rPr>
              <a:t>Read-only Eventbrite status and judge feed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F5085-B7B1-4A65-9C49-C81CEA06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81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2633"/>
                </a:solidFill>
                <a:latin typeface="Arial"/>
                <a:ea typeface="Arial"/>
                <a:cs typeface="Arial"/>
              </a:rPr>
              <a:t>50 local tests pass. Live Slack confirms the project and amendment; Eventbrite confirms Oct 2 live.</a:t>
            </a:r>
          </a:p>
          <a:p xmlns:a="http://schemas.openxmlformats.org/drawingml/2006/main">
            <a:pPr>
              <a:defRPr sz="1575" b="0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2633"/>
                </a:solidFill>
                <a:latin typeface="Arial"/>
                <a:ea typeface="Arial"/>
                <a:cs typeface="Arial"/>
              </a:rPr>
              <a:t>Lab: 42 / exit 124 / 42 with zero leftover containers. No venue booked, order placed or invitations sent.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0EF5B-A8B3-4D0C-AE2D-68CA7FA9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81725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6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2633"/>
                </a:solidFill>
                <a:latin typeface="Arial"/>
                <a:ea typeface="Arial"/>
                <a:cs typeface="Arial"/>
              </a:rPr>
              <a:t>Brave search still needs a configured key.</a:t>
            </a:r>
          </a:p>
        </p:txBody>
      </p:sp>
    </p:spTree>
    <p:extLst>
      <p:ext uri="{BB962C8B-B14F-4D97-AF65-F5344CB8AC3E}">
        <p14:creationId xmlns:p14="http://schemas.microsoft.com/office/powerpoint/2010/main" val="12306991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2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92505-9221-4D98-834C-4F0D2464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Inspect Pengwin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D5429-F42B-430B-8EAA-D226CA30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669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7CFB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7CFBE"/>
                </a:solidFill>
                <a:latin typeface="Arial"/>
                <a:ea typeface="Arial"/>
                <a:cs typeface="Arial"/>
              </a:rPr>
              <a:t>Repository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471A5-CF6D-4F01-B418-13D1DC39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526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https://github.com/msmalls54/pengwin-crew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2F17F-0E4B-4192-8E97-A7705182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242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7CFB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7CFBE"/>
                </a:solidFill>
                <a:latin typeface="Arial"/>
                <a:ea typeface="Arial"/>
                <a:cs typeface="Arial"/>
              </a:rPr>
              <a:t>Public execution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888CF-7E75-4AD6-B590-16EC1C0E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https://104-156-229-63.sslip.io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6992E-1C28-4E6D-BD7F-E8A1926B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816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8B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5B8BB"/>
                </a:solidFill>
                <a:latin typeface="Arial"/>
                <a:ea typeface="Arial"/>
                <a:cs typeface="Arial"/>
              </a:rPr>
              <a:t>New sandbox runs require a separate judge token; private delivery to judges is pending. The event workflow runs in Slack.</a:t>
            </a:r>
          </a:p>
        </p:txBody>
      </p:sp>
    </p:spTree>
    <p:extLst>
      <p:ext uri="{BB962C8B-B14F-4D97-AF65-F5344CB8AC3E}">
        <p14:creationId xmlns:p14="http://schemas.microsoft.com/office/powerpoint/2010/main" val="588160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2026-09-27T08:37:08.9130000Z</dcterms:created>
  <dcterms:modified xsi:type="dcterms:W3CDTF">2026-09-27T08:37:08.9130000Z</dcterms:modified>
</coreProperties>
</file>